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235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34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 err="1">
                <a:solidFill>
                  <a:srgbClr val="FFFFFF"/>
                </a:solidFill>
                <a:latin typeface="Arial Black" pitchFamily="34" charset="0"/>
              </a:rPr>
              <a:t>SamvaadX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45720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application with Socket.IO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bidirectional real-time messaging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1463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3429000"/>
            <a:ext cx="1463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429000"/>
            <a:ext cx="1463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1463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3886200"/>
            <a:ext cx="1463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886200"/>
            <a:ext cx="146304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74320"/>
            <a:ext cx="329184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320040"/>
            <a:ext cx="3063240" cy="44805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Vartalap?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 powered by Socket.IO WebSocket technology — messages delivered without any page refresh.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bcrypt password hashing. Protected API routes ensure only verified users get access.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417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6364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online/offline indicators for all users. See who's available instantly as they connect or disconnect.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600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76272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Library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020824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020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76272" y="2020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&amp; Dev Server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441448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441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76272" y="2441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862072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862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76272" y="2862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3282696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282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176272" y="3282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3703320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3703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176272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4123944"/>
            <a:ext cx="731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4123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176272" y="4123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Client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578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DATABASE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892040" y="1600200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74920" y="1600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53796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Runtime Environment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892040" y="2020824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74920" y="20208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5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537960" y="2020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Framework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892040" y="2441448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074920" y="2441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v4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537960" y="2441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Server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892040" y="2862072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074920" y="2862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537960" y="2862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4892040" y="3282696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074920" y="3282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9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537960" y="3282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/ Schema Layer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892040" y="3703320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74920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6537960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 Generation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892040" y="4123944"/>
            <a:ext cx="73152" cy="2560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074920" y="41239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6537960" y="4123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260604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060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" y="2176272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" y="2651760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2578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" y="3127248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3054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" y="3602736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" y="4078224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" y="4005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React Router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46120" y="1097280"/>
            <a:ext cx="260604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46120" y="1097280"/>
            <a:ext cx="2606040" cy="6400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8872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4612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410712" y="2176272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38728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410712" y="2651760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38728" y="2578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(/api/v1)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410712" y="3127248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38728" y="3054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410712" y="3602736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38728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410712" y="4078224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38728" y="4005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CORS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172200" y="1097280"/>
            <a:ext cx="260604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172200" y="1097280"/>
            <a:ext cx="2606040" cy="640080"/>
          </a:xfrm>
          <a:prstGeom prst="rect">
            <a:avLst/>
          </a:prstGeom>
          <a:solidFill>
            <a:srgbClr val="3A1A2A"/>
          </a:solidFill>
          <a:ln w="12700">
            <a:solidFill>
              <a:srgbClr val="3A1A2A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18872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7220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336792" y="2176272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64808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336792" y="2651760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64808" y="2578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336792" y="3127248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64808" y="3054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Collection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336792" y="3602736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64808" y="3529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Collection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36792" y="4078224"/>
            <a:ext cx="6400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64808" y="4005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Collection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2944368" y="2468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2200" dirty="0"/>
          </a:p>
        </p:txBody>
      </p:sp>
      <p:sp>
        <p:nvSpPr>
          <p:cNvPr id="47" name="Text 42"/>
          <p:cNvSpPr/>
          <p:nvPr/>
        </p:nvSpPr>
        <p:spPr>
          <a:xfrm>
            <a:off x="5852160" y="246888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2200" dirty="0"/>
          </a:p>
        </p:txBody>
      </p:sp>
      <p:sp>
        <p:nvSpPr>
          <p:cNvPr id="48" name="Shape 43"/>
          <p:cNvSpPr/>
          <p:nvPr/>
        </p:nvSpPr>
        <p:spPr>
          <a:xfrm>
            <a:off x="3200400" y="4572000"/>
            <a:ext cx="2743200" cy="320040"/>
          </a:xfrm>
          <a:prstGeom prst="rect">
            <a:avLst/>
          </a:prstGeom>
          <a:solidFill>
            <a:srgbClr val="2C18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2004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DiceBear Avatar API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Authentication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097280"/>
            <a:ext cx="27432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User Opens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801368"/>
            <a:ext cx="274320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801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Account?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93392"/>
            <a:ext cx="0" cy="0"/>
          </a:xfrm>
          <a:prstGeom prst="line">
            <a:avLst/>
          </a:prstGeom>
          <a:noFill/>
          <a:ln w="1270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1993392"/>
            <a:ext cx="0" cy="457200"/>
          </a:xfrm>
          <a:prstGeom prst="line">
            <a:avLst/>
          </a:prstGeom>
          <a:noFill/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87168"/>
            <a:ext cx="19659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8529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19659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077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+ Password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2735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28416"/>
            <a:ext cx="19659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284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Credentials (DB)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941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196596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49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bcrypt.compare(password)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114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19659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69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 Token (1yr)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5354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590288"/>
            <a:ext cx="1965960" cy="347472"/>
          </a:xfrm>
          <a:prstGeom prst="rect">
            <a:avLst/>
          </a:prstGeom>
          <a:solidFill>
            <a:srgbClr val="117A6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5902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Home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1993392"/>
            <a:ext cx="192024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993392"/>
            <a:ext cx="0" cy="457200"/>
          </a:xfrm>
          <a:prstGeom prst="line">
            <a:avLst/>
          </a:prstGeom>
          <a:noFill/>
          <a:ln w="12700">
            <a:solidFill>
              <a:srgbClr val="F851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2487168"/>
            <a:ext cx="196596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Page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28529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2907792"/>
            <a:ext cx="196596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9077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Email + Password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32735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3328416"/>
            <a:ext cx="196596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3284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Fields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60920" y="36941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3749040"/>
            <a:ext cx="196596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749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 (bcrypt)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60920" y="4114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4169664"/>
            <a:ext cx="196596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41696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DiceBear Avatar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60920" y="45354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4590288"/>
            <a:ext cx="1965960" cy="347472"/>
          </a:xfrm>
          <a:prstGeom prst="rect">
            <a:avLst/>
          </a:prstGeom>
          <a:solidFill>
            <a:srgbClr val="117A6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45902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MongoDB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Messaging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41148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Socket.IO (userId in query)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15544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55064"/>
            <a:ext cx="41148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5506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maps userId → socket.id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21122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411480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'send-all-online-users' → 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6700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70632"/>
            <a:ext cx="4114800" cy="438912"/>
          </a:xfrm>
          <a:prstGeom prst="rect">
            <a:avLst/>
          </a:prstGeom>
          <a:solidFill>
            <a:srgbClr val="2C3E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706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Contact → Fetch History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2278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28416"/>
            <a:ext cx="4114800" cy="438912"/>
          </a:xfrm>
          <a:prstGeom prst="rect">
            <a:avLst/>
          </a:prstGeom>
          <a:solidFill>
            <a:srgbClr val="2C3E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2841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Send Message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7856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1480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8862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/api/v1/send-message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453128"/>
            <a:ext cx="411480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453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Receiver Online? (Socket.IO map)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1097280"/>
            <a:ext cx="38404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Online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572768"/>
            <a:ext cx="3474720" cy="365760"/>
          </a:xfrm>
          <a:prstGeom prst="rect">
            <a:avLst/>
          </a:prstGeom>
          <a:solidFill>
            <a:srgbClr val="117A6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receiver's socket 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19568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2048256"/>
            <a:ext cx="3474720" cy="365760"/>
          </a:xfrm>
          <a:prstGeom prst="rect">
            <a:avLst/>
          </a:prstGeom>
          <a:solidFill>
            <a:srgbClr val="117A6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0482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io.to(socketId).emit('new-message')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24323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2523744"/>
            <a:ext cx="3474720" cy="365760"/>
          </a:xfrm>
          <a:prstGeom prst="rect">
            <a:avLst/>
          </a:prstGeom>
          <a:solidFill>
            <a:srgbClr val="0D6E4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523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appears instantly in UI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3063240"/>
            <a:ext cx="3474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0749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 — Offline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74920" y="3538728"/>
            <a:ext cx="3474720" cy="347472"/>
          </a:xfrm>
          <a:prstGeom prst="rect">
            <a:avLst/>
          </a:prstGeom>
          <a:solidFill>
            <a:srgbClr val="7B241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538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socket emission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06440" y="390448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3968496"/>
            <a:ext cx="3474720" cy="347472"/>
          </a:xfrm>
          <a:prstGeom prst="rect">
            <a:avLst/>
          </a:prstGeom>
          <a:solidFill>
            <a:srgbClr val="7B241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968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persisted in MongoDB only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06440" y="43342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4398264"/>
            <a:ext cx="3474720" cy="347472"/>
          </a:xfrm>
          <a:prstGeom prst="rect">
            <a:avLst/>
          </a:prstGeom>
          <a:solidFill>
            <a:srgbClr val="5D1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43982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loads history on next login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34840" y="4645152"/>
            <a:ext cx="50292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7889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61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161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536192"/>
            <a:ext cx="2788920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536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53312" y="1536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77440" y="1536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1847088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1883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353312" y="1883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377440" y="1883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353312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377440" y="2267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2615184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2651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353312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37744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30358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353312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377440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(hashed)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3383280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profilePicture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353312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377440" y="3419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18688" y="1097280"/>
            <a:ext cx="27889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18688" y="1097280"/>
            <a:ext cx="2788920" cy="43891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1161288"/>
            <a:ext cx="310896" cy="31089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694176" y="1161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3218688" y="1536192"/>
            <a:ext cx="2788920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10128" y="1536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297680" y="1536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321808" y="1536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218688" y="1847088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10128" y="1883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senderId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297680" y="1883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→ User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321808" y="1883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3310128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receiverId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4297680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→ User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5321808" y="2267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3218688" y="2615184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10128" y="2651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2976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321808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3310128" y="30358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4297680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5321808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3218688" y="3383280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310128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429768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5321808" y="3419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6163056" y="1097280"/>
            <a:ext cx="27889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163056" y="1097280"/>
            <a:ext cx="2788920" cy="438912"/>
          </a:xfrm>
          <a:prstGeom prst="rect">
            <a:avLst/>
          </a:prstGeom>
          <a:solidFill>
            <a:srgbClr val="3A1A2A"/>
          </a:solidFill>
          <a:ln w="12700">
            <a:solidFill>
              <a:srgbClr val="3A1A2A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161288"/>
            <a:ext cx="310896" cy="310896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638544" y="1161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60" name="Shape 55"/>
          <p:cNvSpPr/>
          <p:nvPr/>
        </p:nvSpPr>
        <p:spPr>
          <a:xfrm>
            <a:off x="6163056" y="1536192"/>
            <a:ext cx="2788920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254496" y="1536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7242048" y="1536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8266176" y="1536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6163056" y="1847088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6254496" y="1883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7242048" y="1883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[ObjectId → User]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8266176" y="1883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6254496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69" name="Text 64"/>
          <p:cNvSpPr/>
          <p:nvPr/>
        </p:nvSpPr>
        <p:spPr>
          <a:xfrm>
            <a:off x="7242048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[ObjectId → Msg]</a:t>
            </a:r>
            <a:endParaRPr lang="en-US" sz="850" dirty="0"/>
          </a:p>
        </p:txBody>
      </p:sp>
      <p:sp>
        <p:nvSpPr>
          <p:cNvPr id="70" name="Text 65"/>
          <p:cNvSpPr/>
          <p:nvPr/>
        </p:nvSpPr>
        <p:spPr>
          <a:xfrm>
            <a:off x="8266176" y="2267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6163056" y="2615184"/>
            <a:ext cx="2788920" cy="347472"/>
          </a:xfrm>
          <a:prstGeom prst="rect">
            <a:avLst/>
          </a:prstGeom>
          <a:solidFill>
            <a:srgbClr val="1A1F28"/>
          </a:solidFill>
          <a:ln w="12700">
            <a:solidFill>
              <a:srgbClr val="1A1F28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6254496" y="2651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50" dirty="0"/>
          </a:p>
        </p:txBody>
      </p:sp>
      <p:sp>
        <p:nvSpPr>
          <p:cNvPr id="73" name="Text 68"/>
          <p:cNvSpPr/>
          <p:nvPr/>
        </p:nvSpPr>
        <p:spPr>
          <a:xfrm>
            <a:off x="7242048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74" name="Text 69"/>
          <p:cNvSpPr/>
          <p:nvPr/>
        </p:nvSpPr>
        <p:spPr>
          <a:xfrm>
            <a:off x="8266176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75" name="Text 70"/>
          <p:cNvSpPr/>
          <p:nvPr/>
        </p:nvSpPr>
        <p:spPr>
          <a:xfrm>
            <a:off x="6254496" y="30358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</a:t>
            </a:r>
            <a:endParaRPr lang="en-US" sz="950" dirty="0"/>
          </a:p>
        </p:txBody>
      </p:sp>
      <p:sp>
        <p:nvSpPr>
          <p:cNvPr id="76" name="Text 71"/>
          <p:cNvSpPr/>
          <p:nvPr/>
        </p:nvSpPr>
        <p:spPr>
          <a:xfrm>
            <a:off x="7242048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77" name="Text 72"/>
          <p:cNvSpPr/>
          <p:nvPr/>
        </p:nvSpPr>
        <p:spPr>
          <a:xfrm>
            <a:off x="8266176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— Login Page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97280"/>
            <a:ext cx="5212080" cy="3749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1430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143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73736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936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fields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24028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936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on success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7432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093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Redux state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246120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093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enforced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749040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30936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have account?" link to Sign Up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— Sign Up &amp; Chat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39319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97280"/>
            <a:ext cx="3840480" cy="3749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4515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— 5-field registration form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480560" y="1051560"/>
            <a:ext cx="43891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26280" y="1097280"/>
            <a:ext cx="4297680" cy="37490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645152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37760" y="4645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Dashboard — real-time messaging + online presence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2697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bcrypt password hashing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JWT stateless tokens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Protected API routes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1097280"/>
            <a:ext cx="2697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7832" y="1097280"/>
            <a:ext cx="73152" cy="1737360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26187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192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822192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Socket.IO WebSockets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22192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Instant message delivery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822192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page refresh needed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35624" y="1097280"/>
            <a:ext cx="2697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35624" y="1097280"/>
            <a:ext cx="73152" cy="1737360"/>
          </a:xfrm>
          <a:prstGeom prst="rect">
            <a:avLst/>
          </a:prstGeom>
          <a:solidFill>
            <a:srgbClr val="3A1A4A"/>
          </a:solidFill>
          <a:ln w="12700">
            <a:solidFill>
              <a:srgbClr val="3A1A4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26187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9984" y="1234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729984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Live online indicators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729984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Green/red status badges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29984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Auto-disconnect cleanup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" y="3017520"/>
            <a:ext cx="2697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20040" y="3017520"/>
            <a:ext cx="73152" cy="1737360"/>
          </a:xfrm>
          <a:prstGeom prst="rect">
            <a:avLst/>
          </a:prstGeom>
          <a:solidFill>
            <a:srgbClr val="4A2A1A"/>
          </a:solidFill>
          <a:ln w="12700">
            <a:solidFill>
              <a:srgbClr val="4A2A1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82112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4400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MongoDB persistence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1440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 related collections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1440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Mongoose populate()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227832" y="3017520"/>
            <a:ext cx="2697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227832" y="3017520"/>
            <a:ext cx="73152" cy="173736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82112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822192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822192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React 19 SPA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822192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Redux state mgmt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822192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Tailwind dark theme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135624" y="3017520"/>
            <a:ext cx="26974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35624" y="3017520"/>
            <a:ext cx="73152" cy="1737360"/>
          </a:xfrm>
          <a:prstGeom prst="rect">
            <a:avLst/>
          </a:prstGeom>
          <a:solidFill>
            <a:srgbClr val="4A1A2A"/>
          </a:solidFill>
          <a:ln w="12700">
            <a:solidFill>
              <a:srgbClr val="4A1A2A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182112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729984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6729984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Mobile app (future)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729984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Group chat (future)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729984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Media sharing (future)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84632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4846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5564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737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chat app with Socket.IO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214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103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+ bcrypt hashing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8716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468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3-collection MongoDB data model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52928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834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 presence for all users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218688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200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with Redux state management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394960" y="1005840"/>
            <a:ext cx="34747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5394960" y="1005840"/>
            <a:ext cx="3474720" cy="38404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48640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0" y="1499616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742432" y="1463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rooms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0" y="1892808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742432" y="1856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file sharing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0" y="2286000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742432" y="224942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receipts &amp; typing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0" y="2679192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742432" y="26426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0" y="3072384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742432" y="30358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0" y="3465576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742432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0" y="3858768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742432" y="3822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search &amp; archive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0" y="4251960"/>
            <a:ext cx="164592" cy="16459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742432" y="42153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 pipeline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20040" y="3794760"/>
            <a:ext cx="4846320" cy="8229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20040" y="3794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 ✦  Questions Welcome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PresentationFormat>On-screen Show (16:9)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Vartalap — Real-Time Chat Application</dc:title>
  <dc:subject>PptxGenJS Presentation</dc:subject>
  <dc:creator>Vartalap Project</dc:creator>
  <cp:lastModifiedBy>ANKIT PATEL</cp:lastModifiedBy>
  <cp:revision>2</cp:revision>
  <dcterms:created xsi:type="dcterms:W3CDTF">2026-06-04T10:47:22Z</dcterms:created>
  <dcterms:modified xsi:type="dcterms:W3CDTF">2026-06-04T10:55:10Z</dcterms:modified>
</cp:coreProperties>
</file>